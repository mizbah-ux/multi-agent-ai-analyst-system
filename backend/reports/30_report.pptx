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Analyst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ID: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4b8bb9d5-43a1-4f0b-82af-f7b0724dad8e_item_bar.png</a:t>
            </a:r>
          </a:p>
        </p:txBody>
      </p:sp>
      <p:pic>
        <p:nvPicPr>
          <p:cNvPr id="3" name="Picture 2" descr="4b8bb9d5-43a1-4f0b-82af-f7b0724dad8e_item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4b8bb9d5-43a1-4f0b-82af-f7b0724dad8e_quantity_bar.png</a:t>
            </a:r>
          </a:p>
        </p:txBody>
      </p:sp>
      <p:pic>
        <p:nvPicPr>
          <p:cNvPr id="3" name="Picture 2" descr="4b8bb9d5-43a1-4f0b-82af-f7b0724dad8e_quant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4b8bb9d5-43a1-4f0b-82af-f7b0724dad8e_price_per_unit_bar.png</a:t>
            </a:r>
          </a:p>
        </p:txBody>
      </p:sp>
      <p:pic>
        <p:nvPicPr>
          <p:cNvPr id="3" name="Picture 2" descr="4b8bb9d5-43a1-4f0b-82af-f7b0724dad8e_price_per_uni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4b8bb9d5-43a1-4f0b-82af-f7b0724dad8e_item_pie.png</a:t>
            </a:r>
          </a:p>
        </p:txBody>
      </p:sp>
      <p:pic>
        <p:nvPicPr>
          <p:cNvPr id="3" name="Picture 2" descr="4b8bb9d5-43a1-4f0b-82af-f7b0724dad8e_item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4b8bb9d5-43a1-4f0b-82af-f7b0724dad8e_quantity_pie.png</a:t>
            </a:r>
          </a:p>
        </p:txBody>
      </p:sp>
      <p:pic>
        <p:nvPicPr>
          <p:cNvPr id="3" name="Picture 2" descr="4b8bb9d5-43a1-4f0b-82af-f7b0724dad8e_quantity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