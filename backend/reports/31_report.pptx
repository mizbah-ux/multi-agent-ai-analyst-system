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Analyst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ID: 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2734a530-db6b-4b5a-9aa7-9b067c16ab17_zip_hist.png</a:t>
            </a:r>
          </a:p>
        </p:txBody>
      </p:sp>
      <p:pic>
        <p:nvPicPr>
          <p:cNvPr id="3" name="Picture 2" descr="2734a530-db6b-4b5a-9aa7-9b067c16ab17_zip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2734a530-db6b-4b5a-9aa7-9b067c16ab17_lat_hist.png</a:t>
            </a:r>
          </a:p>
        </p:txBody>
      </p:sp>
      <p:pic>
        <p:nvPicPr>
          <p:cNvPr id="3" name="Picture 2" descr="2734a530-db6b-4b5a-9aa7-9b067c16ab17_lat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2734a530-db6b-4b5a-9aa7-9b067c16ab17_lon_hist.png</a:t>
            </a:r>
          </a:p>
        </p:txBody>
      </p:sp>
      <p:pic>
        <p:nvPicPr>
          <p:cNvPr id="3" name="Picture 2" descr="2734a530-db6b-4b5a-9aa7-9b067c16ab17_lon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2734a530-db6b-4b5a-9aa7-9b067c16ab17_deathdate_bar.png</a:t>
            </a:r>
          </a:p>
        </p:txBody>
      </p:sp>
      <p:pic>
        <p:nvPicPr>
          <p:cNvPr id="3" name="Picture 2" descr="2734a530-db6b-4b5a-9aa7-9b067c16ab17_deathdat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2734a530-db6b-4b5a-9aa7-9b067c16ab17_prefix_bar.png</a:t>
            </a:r>
          </a:p>
        </p:txBody>
      </p:sp>
      <p:pic>
        <p:nvPicPr>
          <p:cNvPr id="3" name="Picture 2" descr="2734a530-db6b-4b5a-9aa7-9b067c16ab17_prefix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2734a530-db6b-4b5a-9aa7-9b067c16ab17_suffix_bar.png</a:t>
            </a:r>
          </a:p>
        </p:txBody>
      </p:sp>
      <p:pic>
        <p:nvPicPr>
          <p:cNvPr id="3" name="Picture 2" descr="2734a530-db6b-4b5a-9aa7-9b067c16ab17_suffix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2734a530-db6b-4b5a-9aa7-9b067c16ab17_heatmap.png</a:t>
            </a:r>
          </a:p>
        </p:txBody>
      </p:sp>
      <p:pic>
        <p:nvPicPr>
          <p:cNvPr id="3" name="Picture 2" descr="2734a530-db6b-4b5a-9aa7-9b067c16ab17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2734a530-db6b-4b5a-9aa7-9b067c16ab17_scatter.png</a:t>
            </a:r>
          </a:p>
        </p:txBody>
      </p:sp>
      <p:pic>
        <p:nvPicPr>
          <p:cNvPr id="3" name="Picture 2" descr="2734a530-db6b-4b5a-9aa7-9b067c16ab17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9188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2734a530-db6b-4b5a-9aa7-9b067c16ab17_zip_boxplot.png</a:t>
            </a:r>
          </a:p>
        </p:txBody>
      </p:sp>
      <p:pic>
        <p:nvPicPr>
          <p:cNvPr id="3" name="Picture 2" descr="2734a530-db6b-4b5a-9aa7-9b067c16ab17_zip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2734a530-db6b-4b5a-9aa7-9b067c16ab17_lat_boxplot.png</a:t>
            </a:r>
          </a:p>
        </p:txBody>
      </p:sp>
      <p:pic>
        <p:nvPicPr>
          <p:cNvPr id="3" name="Picture 2" descr="2734a530-db6b-4b5a-9aa7-9b067c16ab17_lat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2734a530-db6b-4b5a-9aa7-9b067c16ab17_lon_boxplot.png</a:t>
            </a:r>
          </a:p>
        </p:txBody>
      </p:sp>
      <p:pic>
        <p:nvPicPr>
          <p:cNvPr id="3" name="Picture 2" descr="2734a530-db6b-4b5a-9aa7-9b067c16ab17_lon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2734a530-db6b-4b5a-9aa7-9b067c16ab17_deathdate_pie.png</a:t>
            </a:r>
          </a:p>
        </p:txBody>
      </p:sp>
      <p:pic>
        <p:nvPicPr>
          <p:cNvPr id="3" name="Picture 2" descr="2734a530-db6b-4b5a-9aa7-9b067c16ab17_deathdate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2734a530-db6b-4b5a-9aa7-9b067c16ab17_prefix_pie.png</a:t>
            </a:r>
          </a:p>
        </p:txBody>
      </p:sp>
      <p:pic>
        <p:nvPicPr>
          <p:cNvPr id="3" name="Picture 2" descr="2734a530-db6b-4b5a-9aa7-9b067c16ab17_prefix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2734a530-db6b-4b5a-9aa7-9b067c16ab17_zip_line.png</a:t>
            </a:r>
          </a:p>
        </p:txBody>
      </p:sp>
      <p:pic>
        <p:nvPicPr>
          <p:cNvPr id="3" name="Picture 2" descr="2734a530-db6b-4b5a-9aa7-9b067c16ab17_zip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2734a530-db6b-4b5a-9aa7-9b067c16ab17_zip_time_trend.png</a:t>
            </a:r>
          </a:p>
        </p:txBody>
      </p:sp>
      <p:pic>
        <p:nvPicPr>
          <p:cNvPr id="3" name="Picture 2" descr="2734a530-db6b-4b5a-9aa7-9b067c16ab17_zip_tim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243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