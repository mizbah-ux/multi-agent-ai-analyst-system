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Analyst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ID: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e1cbac24-ee86-4c8d-9c55-45ec54e1638b_order_value_hist.png</a:t>
            </a:r>
          </a:p>
        </p:txBody>
      </p:sp>
      <p:pic>
        <p:nvPicPr>
          <p:cNvPr id="3" name="Picture 2" descr="e1cbac24-ee86-4c8d-9c55-45ec54e1638b_order_valu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e1cbac24-ee86-4c8d-9c55-45ec54e1638b_discount_applied_hist.png</a:t>
            </a:r>
          </a:p>
        </p:txBody>
      </p:sp>
      <p:pic>
        <p:nvPicPr>
          <p:cNvPr id="3" name="Picture 2" descr="e1cbac24-ee86-4c8d-9c55-45ec54e1638b_discount_applied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e1cbac24-ee86-4c8d-9c55-45ec54e1638b_delivery_fee_hist.png</a:t>
            </a:r>
          </a:p>
        </p:txBody>
      </p:sp>
      <p:pic>
        <p:nvPicPr>
          <p:cNvPr id="3" name="Picture 2" descr="e1cbac24-ee86-4c8d-9c55-45ec54e1638b_delivery_fe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e1cbac24-ee86-4c8d-9c55-45ec54e1638b_final_amount_hist.png</a:t>
            </a:r>
          </a:p>
        </p:txBody>
      </p:sp>
      <p:pic>
        <p:nvPicPr>
          <p:cNvPr id="3" name="Picture 2" descr="e1cbac24-ee86-4c8d-9c55-45ec54e1638b_final_amount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e1cbac24-ee86-4c8d-9c55-45ec54e1638b_city_bar.png</a:t>
            </a:r>
          </a:p>
        </p:txBody>
      </p:sp>
      <p:pic>
        <p:nvPicPr>
          <p:cNvPr id="3" name="Picture 2" descr="e1cbac24-ee86-4c8d-9c55-45ec54e1638b_cit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e1cbac24-ee86-4c8d-9c55-45ec54e1638b_cuisine_type_bar.png</a:t>
            </a:r>
          </a:p>
        </p:txBody>
      </p:sp>
      <p:pic>
        <p:nvPicPr>
          <p:cNvPr id="3" name="Picture 2" descr="e1cbac24-ee86-4c8d-9c55-45ec54e1638b_cuisine_typ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e1cbac24-ee86-4c8d-9c55-45ec54e1638b_customer_segment_bar.png</a:t>
            </a:r>
          </a:p>
        </p:txBody>
      </p:sp>
      <p:pic>
        <p:nvPicPr>
          <p:cNvPr id="3" name="Picture 2" descr="e1cbac24-ee86-4c8d-9c55-45ec54e1638b_customer_segmen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e1cbac24-ee86-4c8d-9c55-45ec54e1638b_heatmap.png</a:t>
            </a:r>
          </a:p>
        </p:txBody>
      </p:sp>
      <p:pic>
        <p:nvPicPr>
          <p:cNvPr id="3" name="Picture 2" descr="e1cbac24-ee86-4c8d-9c55-45ec54e1638b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e1cbac24-ee86-4c8d-9c55-45ec54e1638b_scatter.png</a:t>
            </a:r>
          </a:p>
        </p:txBody>
      </p:sp>
      <p:pic>
        <p:nvPicPr>
          <p:cNvPr id="3" name="Picture 2" descr="e1cbac24-ee86-4c8d-9c55-45ec54e1638b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9188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e1cbac24-ee86-4c8d-9c55-45ec54e1638b_order_value_boxplot.png</a:t>
            </a:r>
          </a:p>
        </p:txBody>
      </p:sp>
      <p:pic>
        <p:nvPicPr>
          <p:cNvPr id="3" name="Picture 2" descr="e1cbac24-ee86-4c8d-9c55-45ec54e1638b_order_valu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e1cbac24-ee86-4c8d-9c55-45ec54e1638b_discount_applied_boxplot.png</a:t>
            </a:r>
          </a:p>
        </p:txBody>
      </p:sp>
      <p:pic>
        <p:nvPicPr>
          <p:cNvPr id="3" name="Picture 2" descr="e1cbac24-ee86-4c8d-9c55-45ec54e1638b_discount_applied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e1cbac24-ee86-4c8d-9c55-45ec54e1638b_delivery_fee_boxplot.png</a:t>
            </a:r>
          </a:p>
        </p:txBody>
      </p:sp>
      <p:pic>
        <p:nvPicPr>
          <p:cNvPr id="3" name="Picture 2" descr="e1cbac24-ee86-4c8d-9c55-45ec54e1638b_delivery_fe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e1cbac24-ee86-4c8d-9c55-45ec54e1638b_city_pie.png</a:t>
            </a:r>
          </a:p>
        </p:txBody>
      </p:sp>
      <p:pic>
        <p:nvPicPr>
          <p:cNvPr id="3" name="Picture 2" descr="e1cbac24-ee86-4c8d-9c55-45ec54e1638b_city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e1cbac24-ee86-4c8d-9c55-45ec54e1638b_cuisine_type_pie.png</a:t>
            </a:r>
          </a:p>
        </p:txBody>
      </p:sp>
      <p:pic>
        <p:nvPicPr>
          <p:cNvPr id="3" name="Picture 2" descr="e1cbac24-ee86-4c8d-9c55-45ec54e1638b_cuisine_typ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e1cbac24-ee86-4c8d-9c55-45ec54e1638b_order_value_line.png</a:t>
            </a:r>
          </a:p>
        </p:txBody>
      </p:sp>
      <p:pic>
        <p:nvPicPr>
          <p:cNvPr id="3" name="Picture 2" descr="e1cbac24-ee86-4c8d-9c55-45ec54e1638b_order_value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e1cbac24-ee86-4c8d-9c55-45ec54e1638b_order_value_time_trend.png</a:t>
            </a:r>
          </a:p>
        </p:txBody>
      </p:sp>
      <p:pic>
        <p:nvPicPr>
          <p:cNvPr id="3" name="Picture 2" descr="e1cbac24-ee86-4c8d-9c55-45ec54e1638b_order_value_ti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